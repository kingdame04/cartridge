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FD6"/>
    <a:srgbClr val="AEBDF0"/>
    <a:srgbClr val="9FD6D6"/>
    <a:srgbClr val="F2B79A"/>
    <a:srgbClr val="E3B8EE"/>
    <a:srgbClr val="8FD4AB"/>
    <a:srgbClr val="F0C4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5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5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p.swaggerhub.com/apis/cartridge/Cartridge_Games/1.0.0#/Games/searchGame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rtridgeapp.fu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206240"/>
          </a:xfrm>
          <a:prstGeom prst="rect">
            <a:avLst/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assets/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836" y="1371600"/>
            <a:ext cx="5669280" cy="1664208"/>
          </a:xfrm>
          <a:prstGeom prst="rect">
            <a:avLst/>
          </a:prstGeom>
        </p:spPr>
      </p:pic>
      <p:pic>
        <p:nvPicPr>
          <p:cNvPr id="5" name="Image 1" descr="/home/claude/deck/assets/al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556" y="502920"/>
            <a:ext cx="1005840" cy="1042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45720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gaming library, all in one place.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31520" y="52578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POOSD Capstone Project  •  github.com/Ayloonah/POOSD-Cartridge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31520" y="57150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 •  Judhy  •  Jules  •  Angela  •  Ethan  •  Hailey  •  PH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4B01C7-BA03-23BB-FD46-038EFF376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9203" y="475423"/>
            <a:ext cx="1054456" cy="1097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Team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22376" y="13716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76756" y="1600200"/>
            <a:ext cx="1005840" cy="100584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76756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3816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3816" y="2852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API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5576" y="13716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19956" y="1600200"/>
            <a:ext cx="1005840" cy="1005840"/>
          </a:xfrm>
          <a:prstGeom prst="ellipse">
            <a:avLst/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19956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557016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Judhy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57016" y="2852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 &amp; Mobile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08776" y="13716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963156" y="1600200"/>
            <a:ext cx="1005840" cy="100584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63156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300216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0216" y="2852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API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51976" y="13716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706356" y="1600200"/>
            <a:ext cx="1005840" cy="1005840"/>
          </a:xfrm>
          <a:prstGeom prst="ellipse">
            <a:avLst/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706356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043416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43416" y="2852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&amp; Web Frontend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093976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848356" y="3749040"/>
            <a:ext cx="1005840" cy="100584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848356" y="3749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2185416" y="4754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185416" y="50017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Prototyping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37176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591556" y="3749040"/>
            <a:ext cx="1005840" cy="1005840"/>
          </a:xfrm>
          <a:prstGeom prst="ellipse">
            <a:avLst/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91556" y="3749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4928616" y="4754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Hailey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928616" y="50017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Frontend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580376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  <a:effectLst>
            <a:outerShdw blurRad="76200" dist="25400" dir="5400000" algn="bl" rotWithShape="0">
              <a:srgbClr val="36531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334756" y="3749040"/>
            <a:ext cx="1005840" cy="100584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334756" y="3749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7671816" y="4754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671816" y="50017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16C4464-F624-5C58-2229-BEBB5CD23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781044"/>
            <a:ext cx="941832" cy="94183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BDB02AB-6371-AA04-B47E-C2187C0F2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393" y="3775804"/>
            <a:ext cx="947072" cy="94707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A9165FA-D2D9-3477-3F1C-3DF1F1725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3408" y="3781044"/>
            <a:ext cx="941832" cy="94183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EEA3015-508F-BFE3-E3D0-052E1CF8F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6505" y="1629949"/>
            <a:ext cx="946341" cy="94634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FFC3BD0-848D-21F5-27FB-373A373174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1034" y="1638077"/>
            <a:ext cx="930084" cy="93008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E2342BB-8055-EBD2-A93A-210BA89E6C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1773" y="1633802"/>
            <a:ext cx="937459" cy="93745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EBE4BCE-ECD2-B214-EDA3-FE35A03057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3770" y="1629949"/>
            <a:ext cx="938212" cy="9382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1072591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737360"/>
            <a:ext cx="98115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Gamers don't have a single, dedicated space for their games.
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central place to track and sort every game someone owns or wants to play, and most tracking tools are locked to one platform or storefront.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94048" y="4297680"/>
            <a:ext cx="6806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3F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can we build something that isn't limited by the platform a gamer plays on?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783080"/>
            <a:ext cx="1371600" cy="1426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3337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Cartridge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05840" y="3840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your whole game library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212080" y="1508760"/>
            <a:ext cx="62453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394960" y="1755648"/>
            <a:ext cx="365760" cy="36576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394960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0" y="1554480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entire library, regardless of platform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212080" y="2542032"/>
            <a:ext cx="62453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394960" y="2788920"/>
            <a:ext cx="365760" cy="36576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3949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943600" y="2587752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the games you've played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212080" y="3575304"/>
            <a:ext cx="62453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394960" y="3822192"/>
            <a:ext cx="365760" cy="36576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39496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943600" y="3621024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new games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212080" y="4608576"/>
            <a:ext cx="62453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394960" y="4855464"/>
            <a:ext cx="365760" cy="365760"/>
          </a:xfrm>
          <a:prstGeom prst="ellipse">
            <a:avLst/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94960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943600" y="4654296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 the web and through a mobile app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46A30D-095D-BD44-D4B8-E773B0E8D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635" y="1721858"/>
            <a:ext cx="1447028" cy="1505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Requirements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2471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 had to: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883408"/>
            <a:ext cx="4846320" cy="192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MERN stack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mobile app built with Flutter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password complexity rules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accounts by email before login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between client and server using JSON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0" y="132588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23713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app lets a user: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782824"/>
            <a:ext cx="4846320" cy="2072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in, with email verification and password reset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delete game entries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 their games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delete personal lists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 games to/from a list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1417320"/>
            <a:ext cx="6035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Core framework (MongoDB, Express, React, Node.js)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— Mobile application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Prototyping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SwaggerHub — API documentation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&amp; Sequencediagram.org — Diagrams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Project management &amp; Gantt chart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— Team communication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50608" y="144475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986016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705088" y="144475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8540496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SwaggerHub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10259568" y="144475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10094976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7150608" y="331927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6986016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8705088" y="331927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/home/claude/deck/assets/tech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1554480"/>
            <a:ext cx="1051560" cy="10515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0496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SequenceDiagram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10259568" y="331927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/home/claude/deck/assets/tech1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1554480"/>
            <a:ext cx="1051560" cy="10515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94976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8705088" y="5193792"/>
            <a:ext cx="1271016" cy="1271016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/>
          <p:nvPr/>
        </p:nvSpPr>
        <p:spPr>
          <a:xfrm>
            <a:off x="8540496" y="6400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950" dirty="0"/>
          </a:p>
        </p:txBody>
      </p:sp>
      <p:sp>
        <p:nvSpPr>
          <p:cNvPr id="27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0" name="Image 2" descr="/home/claude/deck/assets/tech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16" y="5303520"/>
            <a:ext cx="1051560" cy="1051560"/>
          </a:xfrm>
          <a:prstGeom prst="rect">
            <a:avLst/>
          </a:prstGeom>
        </p:spPr>
      </p:pic>
      <p:pic>
        <p:nvPicPr>
          <p:cNvPr id="25" name="Image 7" descr="/home/claude/deck/assets/tech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296" y="1554480"/>
            <a:ext cx="1051560" cy="1051560"/>
          </a:xfrm>
          <a:prstGeom prst="rect">
            <a:avLst/>
          </a:prstGeom>
        </p:spPr>
      </p:pic>
      <p:pic>
        <p:nvPicPr>
          <p:cNvPr id="13" name="Image 3" descr="/home/claude/deck/assets/tech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296" y="3429000"/>
            <a:ext cx="1051560" cy="1051560"/>
          </a:xfrm>
          <a:prstGeom prst="rect">
            <a:avLst/>
          </a:prstGeom>
        </p:spPr>
      </p:pic>
      <p:pic>
        <p:nvPicPr>
          <p:cNvPr id="7" name="Image 1" descr="/home/claude/deck/assets/tech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336" y="3429000"/>
            <a:ext cx="1051560" cy="1051560"/>
          </a:xfrm>
          <a:prstGeom prst="rect">
            <a:avLst/>
          </a:prstGeom>
        </p:spPr>
      </p:pic>
      <p:pic>
        <p:nvPicPr>
          <p:cNvPr id="16" name="Image 4" descr="/home/claude/deck/assets/tech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4816" y="3396996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Gantt Chart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1090879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gant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1463040"/>
            <a:ext cx="10451592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69494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726680" y="1234440"/>
            <a:ext cx="3886200" cy="5120640"/>
          </a:xfrm>
          <a:prstGeom prst="roundRect">
            <a:avLst>
              <a:gd name="adj" fmla="val 18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00100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relationships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01000" y="201168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games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lists of games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add any game to a list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7DAE5E-B77C-EAED-727B-4E2A71A2E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370" y="1378489"/>
            <a:ext cx="3645980" cy="4832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7782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class_diagra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417320"/>
            <a:ext cx="8412480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09760" y="1234440"/>
            <a:ext cx="2103120" cy="5120640"/>
          </a:xfrm>
          <a:prstGeom prst="roundRect">
            <a:avLst>
              <a:gd name="adj" fmla="val 3478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6469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Key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9692640" y="19202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0C4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0012680" y="1801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Service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692640" y="254203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8FD4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001268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692640" y="316382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3B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012680" y="30449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Screens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692640" y="37856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2B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0012680" y="36667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Game/List Flow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692640" y="440740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9FD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012680" y="4288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692640" y="502920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AEBD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0012680" y="49103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692640" y="56509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C7C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001268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Widgets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9167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use_ca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17320"/>
            <a:ext cx="10634472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Diagram: Auth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78638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seq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17320"/>
            <a:ext cx="7406640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41080" y="1234440"/>
            <a:ext cx="2971800" cy="5120640"/>
          </a:xfrm>
          <a:prstGeom prst="roundRect">
            <a:avLst>
              <a:gd name="adj" fmla="val 246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F262E-1B7F-58B9-6B2C-9E5014376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476" y="1286256"/>
            <a:ext cx="937608" cy="50231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336D212-3F8D-F717-44F6-6C6C4AA9443F}"/>
              </a:ext>
            </a:extLst>
          </p:cNvPr>
          <p:cNvSpPr/>
          <p:nvPr/>
        </p:nvSpPr>
        <p:spPr>
          <a:xfrm>
            <a:off x="9601906" y="1281439"/>
            <a:ext cx="1042747" cy="590033"/>
          </a:xfrm>
          <a:prstGeom prst="rect">
            <a:avLst/>
          </a:prstGeom>
          <a:noFill/>
          <a:ln w="28575">
            <a:solidFill>
              <a:srgbClr val="9BBC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Diagram: Profile &amp; Lists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78638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seq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17320"/>
            <a:ext cx="7406640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41080" y="1234440"/>
            <a:ext cx="2971800" cy="5120640"/>
          </a:xfrm>
          <a:prstGeom prst="roundRect">
            <a:avLst>
              <a:gd name="adj" fmla="val 246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2EB1AF-235C-3F60-1C76-C28BB8593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476" y="1286256"/>
            <a:ext cx="937608" cy="50231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1A3455A-C2B5-AF0E-5C04-D7655352DB26}"/>
              </a:ext>
            </a:extLst>
          </p:cNvPr>
          <p:cNvSpPr/>
          <p:nvPr/>
        </p:nvSpPr>
        <p:spPr>
          <a:xfrm>
            <a:off x="9601906" y="3059946"/>
            <a:ext cx="1042747" cy="590033"/>
          </a:xfrm>
          <a:prstGeom prst="rect">
            <a:avLst/>
          </a:prstGeom>
          <a:noFill/>
          <a:ln w="28575">
            <a:solidFill>
              <a:srgbClr val="9BBC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Diagram: Game Entries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78638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seq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17320"/>
            <a:ext cx="7406640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41080" y="1234440"/>
            <a:ext cx="2971800" cy="5120640"/>
          </a:xfrm>
          <a:prstGeom prst="roundRect">
            <a:avLst>
              <a:gd name="adj" fmla="val 246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869680" y="2377440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527BC-5A56-D202-648F-54072037F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476" y="1286256"/>
            <a:ext cx="937608" cy="50231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3E5B2D9-0044-095F-3A36-0115F5019C43}"/>
              </a:ext>
            </a:extLst>
          </p:cNvPr>
          <p:cNvSpPr/>
          <p:nvPr/>
        </p:nvSpPr>
        <p:spPr>
          <a:xfrm>
            <a:off x="9601906" y="3555247"/>
            <a:ext cx="1042747" cy="590033"/>
          </a:xfrm>
          <a:prstGeom prst="rect">
            <a:avLst/>
          </a:prstGeom>
          <a:noFill/>
          <a:ln w="28575">
            <a:solidFill>
              <a:srgbClr val="9BBC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Prototypes: Mobile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88136" y="1280160"/>
            <a:ext cx="2331720" cy="50749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mobile_wirefram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7864" y="1389888"/>
            <a:ext cx="2112264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8136" y="5971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48456" y="1280160"/>
            <a:ext cx="2331720" cy="50749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deck/assets/mobile_wireframe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58184" y="1389888"/>
            <a:ext cx="2112264" cy="4572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48456" y="5971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208776" y="1280160"/>
            <a:ext cx="2331720" cy="50749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deck/assets/mobile_wireframe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18504" y="1389888"/>
            <a:ext cx="2112264" cy="4572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8776" y="5971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769096" y="1280160"/>
            <a:ext cx="2331720" cy="50749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8769096" y="5971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Details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66A656-E7EE-591E-7D41-3B0B8D94D4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4351" y="1389888"/>
            <a:ext cx="21012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Prototypes: Web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39496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web_wirefram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" y="1828800"/>
            <a:ext cx="33375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334256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deck/assets/web_wireframe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5696" y="1828800"/>
            <a:ext cx="3337560" cy="2560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34256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129016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deck/assets/web_wireframe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20456" y="1828800"/>
            <a:ext cx="3337560" cy="2560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29016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22960" y="4892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F5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Full-fidelity Figma prototypes for the responsive web client, used to align the team before frontend build-out.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Lighthouse Score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client was audited with Chrome Lighthouse to check accessibility fundamentals — color contrast, semantic markup, and labeled inputs — alongside performance and best practices.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assets/lighthou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2194560"/>
            <a:ext cx="4389120" cy="1938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Testing: Mobile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6309360" cy="5029200"/>
          </a:xfrm>
          <a:prstGeom prst="roundRect">
            <a:avLst>
              <a:gd name="adj" fmla="val 145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unit_mobile_cod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63040"/>
            <a:ext cx="5852160" cy="4663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86600" y="1280160"/>
            <a:ext cx="452628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269480" y="333756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unit tests total, all passing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models, services, and sort/filter logic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at left previews collection-filter coverage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4E1A87-2D5C-39CC-A779-E4638760F1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847"/>
          <a:stretch>
            <a:fillRect/>
          </a:stretch>
        </p:blipFill>
        <p:spPr>
          <a:xfrm>
            <a:off x="7223760" y="1556760"/>
            <a:ext cx="4251960" cy="12575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Testing: Mobile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6309360" cy="5029200"/>
          </a:xfrm>
          <a:prstGeom prst="roundRect">
            <a:avLst>
              <a:gd name="adj" fmla="val 145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086600" y="1280160"/>
            <a:ext cx="452628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269480" y="306324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integration tests total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 left: adding a game end-to-end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login, add/edit/delete game, add/edit/delete list, logout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CCD304-6A9C-4E37-7592-7A8CCE7A7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99"/>
          <a:stretch>
            <a:fillRect/>
          </a:stretch>
        </p:blipFill>
        <p:spPr>
          <a:xfrm>
            <a:off x="7199376" y="1448406"/>
            <a:ext cx="4300728" cy="1217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45D6F7-3603-0229-80B1-8A1FD0BC43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33"/>
          <a:stretch>
            <a:fillRect/>
          </a:stretch>
        </p:blipFill>
        <p:spPr>
          <a:xfrm>
            <a:off x="1383415" y="1364283"/>
            <a:ext cx="4639809" cy="48609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Testing: Web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deck/assets/unit_we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1463040"/>
            <a:ext cx="374904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0" y="15087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unit tests, using Jest &amp; React Testing Library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0" y="21488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212080" y="256032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modals, cards, buttons, navigation, layouts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core logic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Testing: Web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309360" y="1600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integration tests total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309360" y="22860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game list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delete game entry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out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EAF27B-E778-8ECA-E31D-B76BD191B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951" y="1365504"/>
            <a:ext cx="3603778" cy="48585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575304" cy="484632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60120" y="160020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1600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286000"/>
            <a:ext cx="302666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F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Well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was quick once we started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(SendGrid, RAWG) were very user friendly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Poorly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knowledge acquisition needed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familiar with MongoDB, Express, Node.js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81144" y="1371600"/>
            <a:ext cx="3575304" cy="484632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9744" y="160020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9744" y="1600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Dev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55464" y="2286000"/>
            <a:ext cx="302666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F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Well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communication and coordination between developers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task division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Poorly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difficulty understanding the existing project structure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needed refactoring after backend integration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30768" y="1371600"/>
            <a:ext cx="3575304" cy="484632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59368" y="1600200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0F38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59368" y="160020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Dev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05088" y="2286000"/>
            <a:ext cx="302666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F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Well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communication between developers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worked together on the same tasks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3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Went Poorly</a:t>
            </a:r>
            <a:endParaRPr lang="en-US" sz="1150" b="1" dirty="0"/>
          </a:p>
          <a:p>
            <a:pPr marL="228600" indent="-2286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learn Flutter from scratch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F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start because of this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Demonstration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SwaggerHub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Showing a live API endpoint via </a:t>
            </a:r>
            <a:r>
              <a:rPr lang="en-US" sz="1500" dirty="0" err="1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SwaggerHub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8B9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assets/al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66344"/>
            <a:ext cx="30175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Demonstration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Web &amp; Mobile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cartridgeapp.fun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6" y="1371600"/>
            <a:ext cx="411480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0175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8B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71516" y="402336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claude/deck/assets/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4137660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727</Words>
  <Application>Microsoft Office PowerPoint</Application>
  <PresentationFormat>Widescreen</PresentationFormat>
  <Paragraphs>198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Judhy Germain-Bouchard</cp:lastModifiedBy>
  <cp:revision>3</cp:revision>
  <dcterms:created xsi:type="dcterms:W3CDTF">2026-07-23T07:12:50Z</dcterms:created>
  <dcterms:modified xsi:type="dcterms:W3CDTF">2026-07-23T08:11:52Z</dcterms:modified>
</cp:coreProperties>
</file>